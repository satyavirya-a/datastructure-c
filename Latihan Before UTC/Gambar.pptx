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-653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354F-A701-072D-0D68-A3DD82901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8C6CE-5080-5C8C-803D-37DDFAC04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48BCA-BDF8-618F-A92F-18C282FF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5AC18-559A-48CB-3A79-B7ECF425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8ED8C-910C-28ED-122B-9436F29F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259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CB48-5D8E-45C2-9CE2-F4B149D5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6F2F-4AB8-95CA-37D6-C60DC4F00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D8190-2542-D484-20BB-452D5AAF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66921-1373-7E30-B608-103CB018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B2DAF-581D-9DE4-456E-5EBB6B11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520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C620-B9D8-B8DF-E464-D5A01473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DD2A0-D9F3-0AF9-36F0-198AD3656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B4937-D130-3D8E-659A-D170A9E0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51A9C-34DD-96D0-DCA3-21990907F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ED092-0C6F-2C5A-D330-4131567F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461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6FBFF-905D-B185-D928-84CA9830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D5A07-DCE1-119C-D241-8B3B01A3F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CBB5E-8CDC-F769-063C-96BD54E28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F3128-536C-43F0-D1A6-B157A5CE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B3B52-EF39-6E26-B0F9-7F5FF2A1E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8D1AD-859B-8F5C-7D7F-9DD22FE4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146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7FB5-AF86-21D7-D3F6-748D4310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4DD56-7605-8279-A267-06D1DF1F4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3DAAD-6A24-5936-D597-D922D7322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461B2-C98D-9511-C0C5-B01783494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9F594-DAF3-3756-E54B-DE3F6FDB7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5C96A-BA5F-707C-A50F-340E4479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880E7-923B-5A81-774D-A49C7223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92F90-FC31-1915-BE59-55AC0C63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951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799F-2C21-1A87-E712-A0E939CA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84B59-96A0-B593-2482-E6EDF9734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4D878-A8F2-2FF4-6B86-16C82C86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F7609-8DB2-F8E2-B5A7-31B5D014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5375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9B116-9472-331B-40DB-F9214CFC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78DA2-C767-D4D7-9D3A-E9A8F8A5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C3D25-958E-A265-BF42-EB8793F3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86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FE96-1DA9-7957-2CE2-030E5D68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DF904-4CF0-B50A-693F-EB920324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C5EC2-B920-428E-2E1E-8A916E198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C5534-AD1A-366B-2E1A-6D9DBEA5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C9CC0-91E3-70EC-46BA-572A612E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8832D-4EB8-C314-E274-68352B30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968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6B6C-714B-3ED9-D4CF-6332EF01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37239-9F6B-F5DF-75EA-CC85A4A86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6FD2D-0EA4-53D7-45A7-47A96A958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EF4DD-E004-2866-518C-FD5B7998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61E29-C4F6-666E-CF38-7B46C8FF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24833-7F5E-54D0-51FB-0E395913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842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54F6-1848-0116-9F00-6153BD4C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48E10-F2C6-5E07-2D14-E106E591C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6FE0-A27A-3CCC-B233-7E69F2B7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4F25-AF69-1525-243C-2737386E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D5CC-2C66-737F-6D4D-C1E513EE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931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03956-F593-3C67-3F87-62184961A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685F5-6AAF-23C0-EB36-780870112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E48D-D59D-C676-F24B-C3FCB2A2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A7D0A-ADB9-BEBB-029D-0C12BC55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40A2-0ED2-BD01-FD9D-95B46F39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9849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C09B1-DBD6-0A9C-C50A-0B6579B3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DEF06-0C3A-4EB6-7CFE-F010CB44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F7DC8-ECE3-3D9C-EB45-8CB07D499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5E9C1-61F7-47F5-93F7-811CC2512F8C}" type="datetimeFigureOut">
              <a:rPr lang="en-ID" smtClean="0"/>
              <a:t>28/02/2026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5BF49-08A6-8A1E-8D30-BBEBC3D11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FC1B6-BCCD-23AB-9011-EE7974DE3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41EFC-AA49-4525-B3DC-06EA8AAE5C7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578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FA2F15-B1D2-8BB2-A4B8-826283F6421F}"/>
              </a:ext>
            </a:extLst>
          </p:cNvPr>
          <p:cNvSpPr txBox="1"/>
          <p:nvPr/>
        </p:nvSpPr>
        <p:spPr>
          <a:xfrm>
            <a:off x="1704737" y="2662176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6DCC-4661-99C6-D737-FA073505C51F}"/>
              </a:ext>
            </a:extLst>
          </p:cNvPr>
          <p:cNvSpPr txBox="1"/>
          <p:nvPr/>
        </p:nvSpPr>
        <p:spPr>
          <a:xfrm>
            <a:off x="2692924" y="3351399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B507D-6809-FE32-6D13-19A468D8783C}"/>
              </a:ext>
            </a:extLst>
          </p:cNvPr>
          <p:cNvSpPr txBox="1"/>
          <p:nvPr/>
        </p:nvSpPr>
        <p:spPr>
          <a:xfrm>
            <a:off x="3574047" y="3354293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A51A4-DA89-AE0F-3BFA-9FEC71F3DCF9}"/>
              </a:ext>
            </a:extLst>
          </p:cNvPr>
          <p:cNvSpPr txBox="1"/>
          <p:nvPr/>
        </p:nvSpPr>
        <p:spPr>
          <a:xfrm>
            <a:off x="2935993" y="2662176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^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15A7E-3A73-8D5C-867B-7A540B282DE6}"/>
              </a:ext>
            </a:extLst>
          </p:cNvPr>
          <p:cNvSpPr txBox="1"/>
          <p:nvPr/>
        </p:nvSpPr>
        <p:spPr>
          <a:xfrm>
            <a:off x="2386918" y="2154725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FAF31-2087-1131-BBB6-D8AAD5AAFB5F}"/>
              </a:ext>
            </a:extLst>
          </p:cNvPr>
          <p:cNvSpPr txBox="1"/>
          <p:nvPr/>
        </p:nvSpPr>
        <p:spPr>
          <a:xfrm>
            <a:off x="5480252" y="2982067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4223B-ADA1-8517-BBB2-A9CB45ADB4ED}"/>
              </a:ext>
            </a:extLst>
          </p:cNvPr>
          <p:cNvSpPr txBox="1"/>
          <p:nvPr/>
        </p:nvSpPr>
        <p:spPr>
          <a:xfrm>
            <a:off x="4005926" y="955157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145D3-621D-9BE9-BEC9-A1F62A3B7915}"/>
              </a:ext>
            </a:extLst>
          </p:cNvPr>
          <p:cNvSpPr txBox="1"/>
          <p:nvPr/>
        </p:nvSpPr>
        <p:spPr>
          <a:xfrm>
            <a:off x="6197882" y="2982067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84687-11DD-8998-47AC-FABB14C318A8}"/>
              </a:ext>
            </a:extLst>
          </p:cNvPr>
          <p:cNvSpPr txBox="1"/>
          <p:nvPr/>
        </p:nvSpPr>
        <p:spPr>
          <a:xfrm>
            <a:off x="5786258" y="2291787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B7338-0B6D-B028-792B-D5672760085E}"/>
              </a:ext>
            </a:extLst>
          </p:cNvPr>
          <p:cNvSpPr txBox="1"/>
          <p:nvPr/>
        </p:nvSpPr>
        <p:spPr>
          <a:xfrm>
            <a:off x="4617938" y="2291787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62C94-7976-9CBE-C79D-DC3B6A6C86E9}"/>
              </a:ext>
            </a:extLst>
          </p:cNvPr>
          <p:cNvSpPr txBox="1"/>
          <p:nvPr/>
        </p:nvSpPr>
        <p:spPr>
          <a:xfrm>
            <a:off x="5174246" y="1737789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A43EE-8070-5A86-8B11-A157A6CC1519}"/>
              </a:ext>
            </a:extLst>
          </p:cNvPr>
          <p:cNvSpPr txBox="1"/>
          <p:nvPr/>
        </p:nvSpPr>
        <p:spPr>
          <a:xfrm>
            <a:off x="3681291" y="2154725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9704C7-D58D-D682-4020-03DFD497F202}"/>
              </a:ext>
            </a:extLst>
          </p:cNvPr>
          <p:cNvSpPr txBox="1"/>
          <p:nvPr/>
        </p:nvSpPr>
        <p:spPr>
          <a:xfrm>
            <a:off x="2998929" y="1554941"/>
            <a:ext cx="61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6475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0C65D-6556-710B-97B9-0EAB7E32F552}"/>
              </a:ext>
            </a:extLst>
          </p:cNvPr>
          <p:cNvSpPr txBox="1"/>
          <p:nvPr/>
        </p:nvSpPr>
        <p:spPr>
          <a:xfrm>
            <a:off x="5072139" y="925037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9EC4B-3567-1A2F-0AC3-5C4A4BFACA4F}"/>
              </a:ext>
            </a:extLst>
          </p:cNvPr>
          <p:cNvSpPr txBox="1"/>
          <p:nvPr/>
        </p:nvSpPr>
        <p:spPr>
          <a:xfrm>
            <a:off x="4180599" y="1709897"/>
            <a:ext cx="65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198FD-FF8C-E23D-A66E-958F408137F2}"/>
              </a:ext>
            </a:extLst>
          </p:cNvPr>
          <p:cNvSpPr txBox="1"/>
          <p:nvPr/>
        </p:nvSpPr>
        <p:spPr>
          <a:xfrm>
            <a:off x="4838700" y="2570957"/>
            <a:ext cx="65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61040-75E2-F9C2-EA05-6C20A9F0C037}"/>
              </a:ext>
            </a:extLst>
          </p:cNvPr>
          <p:cNvSpPr txBox="1"/>
          <p:nvPr/>
        </p:nvSpPr>
        <p:spPr>
          <a:xfrm>
            <a:off x="3492419" y="2562306"/>
            <a:ext cx="65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A483B-280E-7312-5301-DBD99D523251}"/>
              </a:ext>
            </a:extLst>
          </p:cNvPr>
          <p:cNvSpPr txBox="1"/>
          <p:nvPr/>
        </p:nvSpPr>
        <p:spPr>
          <a:xfrm>
            <a:off x="4041059" y="3449798"/>
            <a:ext cx="65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BEFF0-85C1-20E7-5FE6-92714CF5F9AB}"/>
              </a:ext>
            </a:extLst>
          </p:cNvPr>
          <p:cNvSpPr txBox="1"/>
          <p:nvPr/>
        </p:nvSpPr>
        <p:spPr>
          <a:xfrm>
            <a:off x="3004739" y="3449798"/>
            <a:ext cx="65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21A0E-72A0-09F1-B090-418366AC0D8C}"/>
              </a:ext>
            </a:extLst>
          </p:cNvPr>
          <p:cNvSpPr txBox="1"/>
          <p:nvPr/>
        </p:nvSpPr>
        <p:spPr>
          <a:xfrm>
            <a:off x="5948439" y="1701246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AADE2-5520-5755-F6FF-B639597ECD76}"/>
              </a:ext>
            </a:extLst>
          </p:cNvPr>
          <p:cNvSpPr txBox="1"/>
          <p:nvPr/>
        </p:nvSpPr>
        <p:spPr>
          <a:xfrm>
            <a:off x="6695201" y="2570957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64E10-2596-173D-DF88-9074B1E86478}"/>
              </a:ext>
            </a:extLst>
          </p:cNvPr>
          <p:cNvSpPr txBox="1"/>
          <p:nvPr/>
        </p:nvSpPr>
        <p:spPr>
          <a:xfrm>
            <a:off x="5727057" y="2562306"/>
            <a:ext cx="73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85783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VIRYA ATMADJA</dc:creator>
  <cp:lastModifiedBy>SATYA VIRYA ATMADJA</cp:lastModifiedBy>
  <cp:revision>2</cp:revision>
  <dcterms:created xsi:type="dcterms:W3CDTF">2026-02-28T15:12:17Z</dcterms:created>
  <dcterms:modified xsi:type="dcterms:W3CDTF">2026-02-28T16:58:06Z</dcterms:modified>
</cp:coreProperties>
</file>